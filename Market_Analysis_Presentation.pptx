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Instacart Market Analysis &amp;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report summarizing product trends, reorder behavior, and customer insights.</a:t>
            </a:r>
          </a:p>
          <a:p>
            <a:r>
              <a:t>Data-driven recommendations for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Departments: 21</a:t>
            </a:r>
          </a:p>
          <a:p>
            <a:r>
              <a:t>Unique Users: 63,100</a:t>
            </a:r>
          </a:p>
          <a:p>
            <a:r>
              <a:t>Avg Days Between Orders: 15.43</a:t>
            </a:r>
          </a:p>
          <a:p>
            <a:r>
              <a:t>Peak Hour: 10 AM</a:t>
            </a:r>
          </a:p>
          <a:p>
            <a:r>
              <a:t>Orders at Peak Hour: 88,228</a:t>
            </a:r>
          </a:p>
          <a:p>
            <a:r>
              <a:t>Avg Products per Order: 10.53</a:t>
            </a:r>
          </a:p>
          <a:p>
            <a:r>
              <a:t>Products Reordered &gt; 1 Time: 20,085</a:t>
            </a:r>
          </a:p>
          <a:p>
            <a:r>
              <a:t>Avg add_to_cart_order Position: 5.77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Produce and Dairy dominate both product variety and sales.</a:t>
            </a:r>
          </a:p>
          <a:p>
            <a:r>
              <a:t>• Most users reorder within 15 days.</a:t>
            </a:r>
          </a:p>
          <a:p>
            <a:r>
              <a:t>• 10 AM is the most active order hour.</a:t>
            </a:r>
          </a:p>
          <a:p>
            <a:r>
              <a:t>• Weekends see maximum order volumes.</a:t>
            </a:r>
          </a:p>
          <a:p>
            <a:r>
              <a:t>• Power users (90+ orders) show strong loyalty.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Prioritize top aisles for promotions.</a:t>
            </a:r>
          </a:p>
          <a:p>
            <a:r>
              <a:t>2. Increase resources during 9–12 AM.</a:t>
            </a:r>
          </a:p>
          <a:p>
            <a:r>
              <a:t>3. Push weekend campaigns.</a:t>
            </a:r>
          </a:p>
          <a:p>
            <a:r>
              <a:t>4. Incentivize frequent users with loyalty rewards.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